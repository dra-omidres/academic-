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instrucciones internas. El ponente debe eliminarla antes de grabar.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Sustituya el título, el módulo, la clase y sus datos. No añada logotipos institucionales hasta que el aval esté resuelto.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sus datos tal como deben aparecer en el certificado y en el expediente del aval.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Obligatoria. Debe verse en pantalla y enunciarse en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objetivos bastan para 30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figura tomada de otra publicación debe llevar su fuente al 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Anonimice el caso: sin nombres, iniciales, fechas exactas ni números de historia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referencias se comprueban una a una. Prefiera la edición vigente de guías y consensos.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9C00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ELIMINE ESTA DIAPOSITIVA ANTES DE GRABAR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usar esta plantilla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86200" cy="1298448"/>
          </a:xfrm>
          <a:prstGeom prst="roundRect">
            <a:avLst>
              <a:gd name="adj" fmla="val 5634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65376"/>
            <a:ext cx="384048" cy="384048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88366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Duración: 30 minutos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223113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clase dura 30 minutos grabados. Como referencia, entre 18 y 22 diapositivas de contenido.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64208"/>
            <a:ext cx="3886200" cy="1298448"/>
          </a:xfrm>
          <a:prstGeom prst="roundRect">
            <a:avLst>
              <a:gd name="adj" fmla="val 5634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1865376"/>
            <a:ext cx="384048" cy="384048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1032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22392" y="188366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Diapositivas obligatorias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22392" y="223113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Portada, datos del ponente y declaración de conflicto de interés. Las tres van siempre.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90672"/>
            <a:ext cx="3886200" cy="1298448"/>
          </a:xfrm>
          <a:prstGeom prst="roundRect">
            <a:avLst>
              <a:gd name="adj" fmla="val 5634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291840"/>
            <a:ext cx="384048" cy="384048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3101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 en Vancouver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fuentes reales e indexadas, con volumen, páginas y DOI. Se revisan una a una.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090672"/>
            <a:ext cx="3886200" cy="1298448"/>
          </a:xfrm>
          <a:prstGeom prst="roundRect">
            <a:avLst>
              <a:gd name="adj" fmla="val 5634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3291840"/>
            <a:ext cx="384048" cy="384048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10328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22392" y="33101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22392" y="36576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Respete la fecha que se le indicó. Las clases se publican por módulos, una semana después.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4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-1143000"/>
            <a:ext cx="3291840" cy="3291840"/>
          </a:xfrm>
          <a:prstGeom prst="ellipse">
            <a:avLst/>
          </a:prstGeom>
          <a:solidFill>
            <a:srgbClr val="0D5A62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3200400"/>
            <a:ext cx="2651760" cy="2651760"/>
          </a:xfrm>
          <a:prstGeom prst="ellipse">
            <a:avLst/>
          </a:prstGeom>
          <a:solidFill>
            <a:srgbClr val="0D5A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C8E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 DE ENDOCRINOLOGÍA Y DIABETES DEL AUSTRO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173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charla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1874520" cy="365760"/>
          </a:xfrm>
          <a:prstGeom prst="roundRect">
            <a:avLst>
              <a:gd name="adj" fmla="val 15000"/>
            </a:avLst>
          </a:prstGeom>
          <a:solidFill>
            <a:srgbClr val="B885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 · CLASE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015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completo del ponente, con títulos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 · Institución · Ciudad, País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407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educación continua  ·  Noviembre – diciembre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del ponente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obligatoria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423160" cy="2651760"/>
          </a:xfrm>
          <a:prstGeom prst="roundRect">
            <a:avLst>
              <a:gd name="adj" fmla="val 3774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Fotografía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517904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completo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755648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títulos académicos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04825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286000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subespecialidad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578608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816352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hospital, universidad o consulta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10896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Ciudad y país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3346704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639312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Afiliaciones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877056"/>
            <a:ext cx="5349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sociedades científicas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Declaración de conflicto de interés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Diapositiva obligatoria · no puede omitirse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8046720" cy="1078992"/>
          </a:xfrm>
          <a:prstGeom prst="roundRect">
            <a:avLst>
              <a:gd name="adj" fmla="val 8475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 la opción que corresponda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0195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Declaro no tener conflictos de interés relacionados con el contenido de esta charla.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Declaro los siguientes vínculos: ____________________________________________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886200" cy="1389888"/>
          </a:xfrm>
          <a:prstGeom prst="roundRect">
            <a:avLst>
              <a:gd name="adj" fmla="val 5263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871216"/>
            <a:ext cx="384048" cy="384048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8895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declara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23697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Honorarios, consultorías, apoyo a investigación, participación en ensayos clínicos y patrocinio de viajes o eventos.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670048"/>
            <a:ext cx="3886200" cy="1389888"/>
          </a:xfrm>
          <a:prstGeom prst="roundRect">
            <a:avLst>
              <a:gd name="adj" fmla="val 5263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0328" y="2871216"/>
            <a:ext cx="384048" cy="384048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10328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22392" y="288950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323697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aborda agonistas de GLP-1, tirzepatida e iSGLT2. La transparencia protege al docente y a SEDA.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1879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00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diapositiva debe mostrarse en pantalla y mencionarse en voz alta al inicio de la grabación.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sabrá hacer el participante al terminar su clase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728216"/>
            <a:ext cx="402336" cy="402336"/>
          </a:xfrm>
          <a:prstGeom prst="ellipse">
            <a:avLst/>
          </a:prstGeom>
          <a:solidFill>
            <a:srgbClr val="0D5A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71907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objetivo: comience con un verbo de acción — identificar, aplicar, interpretar, seleccionar.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660904"/>
            <a:ext cx="402336" cy="402336"/>
          </a:xfrm>
          <a:prstGeom prst="ellipse">
            <a:avLst/>
          </a:prstGeom>
          <a:solidFill>
            <a:srgbClr val="0D5A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6384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651760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objetivo: concreto y evaluable, no genérico.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8046720" cy="786384"/>
          </a:xfrm>
          <a:prstGeom prst="roundRect">
            <a:avLst>
              <a:gd name="adj" fmla="val 9302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3593592"/>
            <a:ext cx="402336" cy="402336"/>
          </a:xfrm>
          <a:prstGeom prst="ellipse">
            <a:avLst/>
          </a:prstGeom>
          <a:solidFill>
            <a:srgbClr val="0D5A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58444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 objetivo: vinculado al caso clínico que presentará más adelante.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apartado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diapositiva de contenido · dos columnas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3977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principal del apartado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que la respalda, con la cita entre paréntesis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Matiz o excepción relevante en la práctica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concreta al paciente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00600" y="1536192"/>
            <a:ext cx="3794760" cy="2377440"/>
          </a:xfrm>
          <a:prstGeom prst="roundRect">
            <a:avLst>
              <a:gd name="adj" fmla="val 3846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5361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Figura, tabla, gráfico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algoritmo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39684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Autor A, et al. Título. Revista. Año;vol(núm):págs. doi:…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apartado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alterno · conceptos en bloques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1783080"/>
            <a:ext cx="420624" cy="420624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27632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breve en una o dos líneas.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783080"/>
            <a:ext cx="420624" cy="420624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70832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o guía que lo sustenta.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572768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1783080"/>
            <a:ext cx="420624" cy="420624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14032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traduce a la consulta.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67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o cifra destacada del apartado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clínico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por clase, articulado con los objetivos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1115568"/>
          </a:xfrm>
          <a:prstGeom prst="roundRect">
            <a:avLst>
              <a:gd name="adj" fmla="val 6557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116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Edad, sexo, motivo de consulta y antecedentes relevantes.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3886200" cy="1115568"/>
          </a:xfrm>
          <a:prstGeom prst="roundRect">
            <a:avLst>
              <a:gd name="adj" fmla="val 6557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46904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46904" y="201168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Examen físico, laboratorio e imagen.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3886200" cy="1115568"/>
          </a:xfrm>
          <a:prstGeom prst="roundRect">
            <a:avLst>
              <a:gd name="adj" fmla="val 6557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999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31012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hizo y por qué, con la evidencia que lo sustenta.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52928"/>
            <a:ext cx="3886200" cy="1115568"/>
          </a:xfrm>
          <a:prstGeom prst="roundRect">
            <a:avLst>
              <a:gd name="adj" fmla="val 6557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46904" y="2999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Desenlace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46904" y="331012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y aprendizaje que deja el caso.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24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00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incluya datos que permitan identificar al paciente.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para llevar a casa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ideas que el participante debe recordar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804672"/>
          </a:xfrm>
          <a:prstGeom prst="roundRect">
            <a:avLst>
              <a:gd name="adj" fmla="val 9091"/>
            </a:avLst>
          </a:prstGeom>
          <a:solidFill>
            <a:srgbClr val="0D5A6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55648"/>
            <a:ext cx="402336" cy="402336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6995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mensaje clave, redactado como una afirmación clínica accionable.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8046720" cy="804672"/>
          </a:xfrm>
          <a:prstGeom prst="roundRect">
            <a:avLst>
              <a:gd name="adj" fmla="val 9091"/>
            </a:avLst>
          </a:prstGeom>
          <a:solidFill>
            <a:srgbClr val="0D5A6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706624"/>
            <a:ext cx="402336" cy="402336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88336"/>
            <a:ext cx="6995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mensaje clave.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8046720" cy="804672"/>
          </a:xfrm>
          <a:prstGeom prst="roundRect">
            <a:avLst>
              <a:gd name="adj" fmla="val 9091"/>
            </a:avLst>
          </a:prstGeom>
          <a:solidFill>
            <a:srgbClr val="0D5A6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3657600"/>
            <a:ext cx="402336" cy="402336"/>
          </a:xfrm>
          <a:prstGeom prst="ellipse">
            <a:avLst/>
          </a:prstGeom>
          <a:solidFill>
            <a:srgbClr val="B885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39312"/>
            <a:ext cx="6995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 mensaje clave.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5A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5097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Vancouver · solo fuentes reales e indexadas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 AA, Apellido BB, Apellido CC. Título del artículo. Abreviatura de la revista. Año;volumen(número):páginas. doi:10.xxxx/xxxxx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 u organismo. Título del documento. Ciudad: Editorial; año.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 AA, et al. Título. Revista. Año;vol(núm):págs. doi:…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Apellido AA, et al. Título. Revista. Año;vol(núm):págs. doi:…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493008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EDF5F4"/>
          </a:solidFill>
          <a:ln w="12700">
            <a:solidFill>
              <a:srgbClr val="C8E1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363931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4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referencia se verifica en PubMed antes de presentar el expediente. No incluya fuentes sin volumen, páginas ni DOI, ni citas de las que no tenga el artículo a la vista.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virtual de actualización en obesidad, diabetes, nutrición clínica y salud digital  ·  SEDA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091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4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3108960" cy="3108960"/>
          </a:xfrm>
          <a:prstGeom prst="ellipse">
            <a:avLst/>
          </a:prstGeom>
          <a:solidFill>
            <a:srgbClr val="0D5A62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3017520" cy="3017520"/>
          </a:xfrm>
          <a:prstGeom prst="ellipse">
            <a:avLst/>
          </a:prstGeom>
          <a:solidFill>
            <a:srgbClr val="0D5A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916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7004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E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ponente  ·  correo de contacto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3525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8E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Sociedad de Endocrinología y Diabetes del Austro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institucional para ponentes</dc:title>
  <dc:subject>PptxGenJS Presentation</dc:subject>
  <dc:creator>Sociedad de Endocrinologia y Diabetes del Austro (SEDA)</dc:creator>
  <cp:lastModifiedBy>Sociedad de Endocrinologia y Diabetes del Austro (SEDA)</cp:lastModifiedBy>
  <cp:revision>1</cp:revision>
  <dcterms:created xsi:type="dcterms:W3CDTF">2026-09-20T01:14:10Z</dcterms:created>
  <dcterms:modified xsi:type="dcterms:W3CDTF">2026-09-20T01:14:10Z</dcterms:modified>
</cp:coreProperties>
</file>